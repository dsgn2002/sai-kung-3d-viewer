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01677792644cb" /><Relationship Type="http://schemas.openxmlformats.org/officeDocument/2006/relationships/extended-properties" Target="/docProps/app.xml" Id="Rf9ddc455e2b54f01" /><Relationship Type="http://schemas.openxmlformats.org/officeDocument/2006/relationships/officeDocument" Target="/ppt/presentation.xml" Id="R339ba8166aa547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b228d43fa64482"/>
  </p:sldMasterIdLst>
  <p:notesMasterIdLst>
    <p:notesMasterId xmlns:r="http://schemas.openxmlformats.org/officeDocument/2006/relationships" r:id="Rc6fa9bb315e049af"/>
  </p:notesMasterIdLst>
  <p:sldIdLst>
    <p:sldId xmlns:r="http://schemas.openxmlformats.org/officeDocument/2006/relationships" id="256" r:id="Rd9c098432128415b"/>
    <p:sldId xmlns:r="http://schemas.openxmlformats.org/officeDocument/2006/relationships" id="257" r:id="Rda8a61a233194b09"/>
    <p:sldId xmlns:r="http://schemas.openxmlformats.org/officeDocument/2006/relationships" id="258" r:id="Rb05651c4bc944d22"/>
    <p:sldId xmlns:r="http://schemas.openxmlformats.org/officeDocument/2006/relationships" id="259" r:id="Rd78d77ed4b9c4ce4"/>
    <p:sldId xmlns:r="http://schemas.openxmlformats.org/officeDocument/2006/relationships" id="260" r:id="Rb51db9b6da784817"/>
    <p:sldId xmlns:r="http://schemas.openxmlformats.org/officeDocument/2006/relationships" id="261" r:id="R8c8e3b7b0fc14f47"/>
    <p:sldId xmlns:r="http://schemas.openxmlformats.org/officeDocument/2006/relationships" id="262" r:id="R4f239562cabe446a"/>
    <p:sldId xmlns:r="http://schemas.openxmlformats.org/officeDocument/2006/relationships" id="263" r:id="Rb43e3d9fea1c44db"/>
    <p:sldId xmlns:r="http://schemas.openxmlformats.org/officeDocument/2006/relationships" id="264" r:id="R13179bfc541c4e95"/>
    <p:sldId xmlns:r="http://schemas.openxmlformats.org/officeDocument/2006/relationships" id="265" r:id="Rd3075655ca0c4f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f836f649e3431d" /><Relationship Type="http://schemas.openxmlformats.org/officeDocument/2006/relationships/slideMaster" Target="/ppt/slideMasters/slideMaster1.xml" Id="R4bb228d43fa64482" /><Relationship Type="http://schemas.openxmlformats.org/officeDocument/2006/relationships/notesMaster" Target="/ppt/notesMasters/notesMaster1.xml" Id="Rc6fa9bb315e049af" /><Relationship Type="http://schemas.openxmlformats.org/officeDocument/2006/relationships/presProps" Target="/ppt/presProps.xml" Id="R27079e77eb33490e" /><Relationship Type="http://schemas.openxmlformats.org/officeDocument/2006/relationships/tableStyles" Target="/ppt/tableStyles.xml" Id="Rb7151a41b96e4583" /><Relationship Type="http://schemas.openxmlformats.org/officeDocument/2006/relationships/slide" Target="/ppt/slides/slide1.xml" Id="Rd9c098432128415b" /><Relationship Type="http://schemas.openxmlformats.org/officeDocument/2006/relationships/slide" Target="/ppt/slides/slide2.xml" Id="Rda8a61a233194b09" /><Relationship Type="http://schemas.openxmlformats.org/officeDocument/2006/relationships/slide" Target="/ppt/slides/slide3.xml" Id="Rb05651c4bc944d22" /><Relationship Type="http://schemas.openxmlformats.org/officeDocument/2006/relationships/slide" Target="/ppt/slides/slide4.xml" Id="Rd78d77ed4b9c4ce4" /><Relationship Type="http://schemas.openxmlformats.org/officeDocument/2006/relationships/slide" Target="/ppt/slides/slide5.xml" Id="Rb51db9b6da784817" /><Relationship Type="http://schemas.openxmlformats.org/officeDocument/2006/relationships/slide" Target="/ppt/slides/slide6.xml" Id="R8c8e3b7b0fc14f47" /><Relationship Type="http://schemas.openxmlformats.org/officeDocument/2006/relationships/slide" Target="/ppt/slides/slide7.xml" Id="R4f239562cabe446a" /><Relationship Type="http://schemas.openxmlformats.org/officeDocument/2006/relationships/slide" Target="/ppt/slides/slide8.xml" Id="Rb43e3d9fea1c44db" /><Relationship Type="http://schemas.openxmlformats.org/officeDocument/2006/relationships/slide" Target="/ppt/slides/slide9.xml" Id="R13179bfc541c4e95" /><Relationship Type="http://schemas.openxmlformats.org/officeDocument/2006/relationships/slide" Target="/ppt/slides/slide10.xml" Id="Rd3075655ca0c4f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a1e7d25ff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7df2c4fc00442e" /><Relationship Type="http://schemas.openxmlformats.org/officeDocument/2006/relationships/notesMaster" Target="/ppt/notesMasters/notesMaster1.xml" Id="R83f194f3223648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928f88401d40e2" /><Relationship Type="http://schemas.openxmlformats.org/officeDocument/2006/relationships/notesMaster" Target="/ppt/notesMasters/notesMaster1.xml" Id="R4e19d42cedef43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f64befa41b4a75" /><Relationship Type="http://schemas.openxmlformats.org/officeDocument/2006/relationships/notesMaster" Target="/ppt/notesMasters/notesMaster1.xml" Id="Rb6eddd2513f944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2bd04d1a34132" /><Relationship Type="http://schemas.openxmlformats.org/officeDocument/2006/relationships/notesMaster" Target="/ppt/notesMasters/notesMaster1.xml" Id="R61b14049820a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3e636ddb1428f" /><Relationship Type="http://schemas.openxmlformats.org/officeDocument/2006/relationships/notesMaster" Target="/ppt/notesMasters/notesMaster1.xml" Id="R99f96b7585eb46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feec1c34d4dc9" /><Relationship Type="http://schemas.openxmlformats.org/officeDocument/2006/relationships/notesMaster" Target="/ppt/notesMasters/notesMaster1.xml" Id="R8c8414b2e8684d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82e88bfcd94ced" /><Relationship Type="http://schemas.openxmlformats.org/officeDocument/2006/relationships/notesMaster" Target="/ppt/notesMasters/notesMaster1.xml" Id="R8f1a93cb825940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092ecd491c4449" /><Relationship Type="http://schemas.openxmlformats.org/officeDocument/2006/relationships/notesMaster" Target="/ppt/notesMasters/notesMaster1.xml" Id="Rcffbb2565105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22599c0d74734" /><Relationship Type="http://schemas.openxmlformats.org/officeDocument/2006/relationships/notesMaster" Target="/ppt/notesMasters/notesMaster1.xml" Id="R5329e3f273bb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5d2cc0f3814c75" /><Relationship Type="http://schemas.openxmlformats.org/officeDocument/2006/relationships/notesMaster" Target="/ppt/notesMasters/notesMaster1.xml" Id="Rf7c33fbc438e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依据：https://github.com/dsgn2002/MemGen；README.md；upload-app/RELEASE-CHECKS.md；docs/demo-timing-2026-09-28.md；deliverables/my-travel-journey-video/README.md。封面使用项目地图截图。其他样例地点不代表已生成场景。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依据：https://github.com/dsgn2002/MemGen；README.md；upload-app/RELEASE-CHECKS.md；docs/demo-timing-2026-09-28.md；deliverables/my-travel-journey-video/README.md。原片：The Travel Intern, Hong Kong Outdoor Adventure, https://www.youtube.com/watch?v=9jtnoejpLcU 。版权归原作者。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依据：https://github.com/dsgn2002/MemGen；README.md；upload-app/RELEASE-CHECKS.md；docs/demo-timing-2026-09-28.md；deliverables/my-travel-journey-video/README.md。截图：tmp/diverse-qa/city-focus-final.png。电车原片 michaelinlondon, Hong Kong Trams, September 2009, CC BY 3.0, https://commons.wikimedia.org/wiki/File:Hong_Kong_Trams,_September_2009-UKNqZzl2cu8.webm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发展顺序依据README中的早期火箭样例、深度投影、自然地图和上传应用记录。没有为各阶段编造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依据：https://github.com/dsgn2002/MemGen；README.md；upload-app/RELEASE-CHECKS.md；docs/demo-timing-2026-09-28.md；deliverables/my-travel-journey-video/README.md。此页流程文字和箭头均为可编辑原生对象。上传小模型不宣称经过Omniverse导出。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依据：https://github.com/dsgn2002/MemGen；README.md；upload-app/RELEASE-CHECKS.md；docs/demo-timing-2026-09-28.md；deliverables/my-travel-journey-video/README.md。实现依据 skills/trip-intent-understanding 与 skills/video-evidence-selection。配图为本地Qwen技能运行的原始候选帧；不能据此确认用户所指人物身份。原片来源同第2页。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Qwen及TRELLIS.2为上游模型，并非NVIDIA自研模型。未进行模型微调。浏览器交互采用Three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依据：https://github.com/dsgn2002/MemGen；README.md；upload-app/RELEASE-CHECKS.md；docs/demo-timing-2026-09-28.md；deliverables/my-travel-journey-video/README.md。补入旅伴后的截图 tmp/diverse-qa/final/coast-close.png。来源 frame-60.jpg。修正是人工驱动的示例迭代；不能描述为自动修复闭环。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2026-09-28真实上传运行：3个候选时刻，确认2个。风格化10分42秒，网格3分30秒，打包约1秒，总生成14分14秒（阶段值存在舍入）。单次运行不能作为一般速度承诺。原始生成与后续人工细化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ttps://github.com/dsgn2002/MemGen；README.md；upload-app/RELEASE-CHECKS.md；docs/demo-timing-2026-09-28.md；deliverables/my-travel-journey-video/README.md。未实现运行时多智能体协作、通用自动修复，未进行模型微调。项目并非NVIDIA官方产品。素材署名：The Travel Intern（西贡）；michaelinlondon（电车，CC BY 3.0）；个人上传测试记录。细化人物为Quaternius CC0资产。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e59bf6be0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3eb79e8944fff" /><Relationship Type="http://schemas.openxmlformats.org/officeDocument/2006/relationships/slideLayout" Target="/ppt/slideLayouts/slideLayout1.xml" Id="R249259b4d964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259b4d964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1e55a2364f16" /><Relationship Type="http://schemas.openxmlformats.org/officeDocument/2006/relationships/image" Target="/ppt/media/image.png" Id="Rf70243d5d3ac4236" /><Relationship Type="http://schemas.openxmlformats.org/officeDocument/2006/relationships/notesSlide" Target="/ppt/notesSlides/notesSlide1.xml" Id="R7113f0987903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d415559d6486b" /><Relationship Type="http://schemas.openxmlformats.org/officeDocument/2006/relationships/image" Target="/ppt/media/image.jpeg" Id="R88c7b7e0f3c8441e" /><Relationship Type="http://schemas.openxmlformats.org/officeDocument/2006/relationships/notesSlide" Target="/ppt/notesSlides/notesSlide2.xml" Id="Re17897a27ee64a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a260898d4a43" /><Relationship Type="http://schemas.openxmlformats.org/officeDocument/2006/relationships/image" Target="/ppt/media/image2.png" Id="R637facc1bd374040" /><Relationship Type="http://schemas.openxmlformats.org/officeDocument/2006/relationships/notesSlide" Target="/ppt/notesSlides/notesSlide3.xml" Id="R86f76ac84221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2a33d4e0424a" /><Relationship Type="http://schemas.openxmlformats.org/officeDocument/2006/relationships/image" Target="/ppt/media/image3.png" Id="R7a9ae671db1e455c" /><Relationship Type="http://schemas.openxmlformats.org/officeDocument/2006/relationships/image" Target="/ppt/media/image4.png" Id="R2f24f520f9334531" /><Relationship Type="http://schemas.openxmlformats.org/officeDocument/2006/relationships/notesSlide" Target="/ppt/notesSlides/notesSlide4.xml" Id="R21aa8358e5fa4d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a8c15810e49b5" /><Relationship Type="http://schemas.openxmlformats.org/officeDocument/2006/relationships/notesSlide" Target="/ppt/notesSlides/notesSlide5.xml" Id="R9833e003668348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e4b37a0804e82" /><Relationship Type="http://schemas.openxmlformats.org/officeDocument/2006/relationships/image" Target="/ppt/media/image2.jpeg" Id="R24910a6ee8764ca3" /><Relationship Type="http://schemas.openxmlformats.org/officeDocument/2006/relationships/image" Target="/ppt/media/image3.jpeg" Id="R33f61cf9c8b3424f" /><Relationship Type="http://schemas.openxmlformats.org/officeDocument/2006/relationships/notesSlide" Target="/ppt/notesSlides/notesSlide6.xml" Id="R56434450821a47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0a52570df4917" /><Relationship Type="http://schemas.openxmlformats.org/officeDocument/2006/relationships/image" Target="/ppt/media/image5.png" Id="R608fc4aade224530" /><Relationship Type="http://schemas.openxmlformats.org/officeDocument/2006/relationships/notesSlide" Target="/ppt/notesSlides/notesSlide7.xml" Id="Reb139c7a3f7845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ba1b5b376466e" /><Relationship Type="http://schemas.openxmlformats.org/officeDocument/2006/relationships/image" Target="/ppt/media/image6.png" Id="R0558567791a9404b" /><Relationship Type="http://schemas.openxmlformats.org/officeDocument/2006/relationships/notesSlide" Target="/ppt/notesSlides/notesSlide8.xml" Id="R25d447f53fff46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fc53c396f4307" /><Relationship Type="http://schemas.openxmlformats.org/officeDocument/2006/relationships/image" Target="/ppt/media/image7.png" Id="Rde66bf3c3a104f43" /><Relationship Type="http://schemas.openxmlformats.org/officeDocument/2006/relationships/image" Target="/ppt/media/image8.png" Id="Rc500047f32df465f" /><Relationship Type="http://schemas.openxmlformats.org/officeDocument/2006/relationships/notesSlide" Target="/ppt/notesSlides/notesSlide9.xml" Id="Rc2edd4d06d8a40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96c42e26e4894" /><Relationship Type="http://schemas.openxmlformats.org/officeDocument/2006/relationships/hyperlink" Target="https://dsgn2002.github.io/sai-kung-3d-viewer/" TargetMode="External" Id="R179cab656f3840f4" /><Relationship Type="http://schemas.openxmlformats.org/officeDocument/2006/relationships/hyperlink" Target="https://github.com/dsgn2002/MemGen" TargetMode="External" Id="R613fa92ce7544718" /><Relationship Type="http://schemas.openxmlformats.org/officeDocument/2006/relationships/notesSlide" Target="/ppt/notesSlides/notesSlide10.xml" Id="R14be5314493b46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661A8-FC77-4E76-8B5D-92EF050D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My Travel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EB925-01AB-4414-BC00-A049CE3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C487-875D-41DD-9141-502F396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D98B3-38DF-4224-BEF6-C870660B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43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我们的交互式三维</a:t>
            </a:r>
          </a:p>
          <a:p xmlns:a="http://schemas.openxmlformats.org/drawingml/2006/main">
            <a:pPr>
              <a:defRPr sz="36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旅行回忆开发历程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89F40-52DE-4768-873B-05A6065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DGX Spark Agent Skills 黑客松</a:t>
            </a:r>
          </a:p>
          <a:p xmlns:a="http://schemas.openxmlformats.org/drawingml/2006/main">
            <a:pPr>
              <a:defRPr sz="202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项目成果与参赛历程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D2EC-82A2-4D4E-8499-3F7588A5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由旅行者选择回忆，</a:t>
            </a:r>
          </a:p>
          <a:p xmlns:a="http://schemas.openxmlformats.org/drawingml/2006/main">
            <a:pPr>
              <a:defRPr sz="18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核对原始画面，再探索生成的场景。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243d5d3ac4236"/>
          <a:stretch xmlns:a="http://schemas.openxmlformats.org/drawingml/2006/main"/>
        </p:blipFill>
        <p:spPr>
          <a:xfrm xmlns:a="http://schemas.openxmlformats.org/drawingml/2006/main">
            <a:off x="5810250" y="1862733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79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03F45-85DC-40E6-B57E-A59C249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初衷：再次走进旅行中的片刻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FF799-9535-45FD-B157-B38406F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E0CCC-E6D4-48B6-9289-7BD0E76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49E48-88BB-4938-A0EB-DD7A1D8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想保留的，不只有风景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48F53-AA9D-4145-A581-3A22B3A9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4705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同行的人、船上的时光，</a:t>
            </a:r>
          </a:p>
          <a:p xmlns:a="http://schemas.openxmlformats.org/drawingml/2006/main">
            <a:pPr>
              <a:defRPr sz="22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还有穿过城市的节奏。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19A44-7B0B-43C4-AD98-AE45F974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我们希望把选中的片段，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变成可以旋转、探索，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并与原画面对照的三维回忆。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7b7e0f3c8441e"/>
          <a:stretch xmlns:a="http://schemas.openxmlformats.org/drawingml/2006/main"/>
        </p:blipFill>
        <p:spPr>
          <a:xfrm xmlns:a="http://schemas.openxmlformats.org/drawingml/2006/main">
            <a:off x="5762625" y="1661517"/>
            <a:ext cx="5810250" cy="32682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7FF3A-E45A-484A-AA8D-A9E42218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西贡船游原始画面｜The Travel Intern</a:t>
            </a:r>
          </a:p>
        </p:txBody>
      </p:sp>
    </p:spTree>
    <p:extLst>
      <p:ext uri="{BB962C8B-B14F-4D97-AF65-F5344CB8AC3E}">
        <p14:creationId xmlns:p14="http://schemas.microsoft.com/office/powerpoint/2010/main" val="130110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B5643-3ABD-42D8-8436-B2FDB62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体验：在场景与原始记忆之间切换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07ED6-03CF-4358-9066-A41FD69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4636F-D989-4668-86D1-1F52E0D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580DC-7B71-4C3F-9502-40EC46B7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公开示例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3F4CB-A530-46CD-A352-E72FDEB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西贡：跟随小船与旅伴</a:t>
            </a:r>
          </a:p>
          <a:p xmlns:a="http://schemas.openxmlformats.org/drawingml/2006/main">
            <a:pPr>
              <a:defRPr sz="21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香港：电车与不同街区片段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7855B-621F-4286-B865-B6797D5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旋转与缩放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切换日间、日落和夜景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随时查看对应的原始画面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facc1bd374040"/>
          <a:stretch xmlns:a="http://schemas.openxmlformats.org/drawingml/2006/main"/>
        </p:blipFill>
        <p:spPr>
          <a:xfrm xmlns:a="http://schemas.openxmlformats.org/drawingml/2006/main">
            <a:off x="5990390" y="1428750"/>
            <a:ext cx="5068970" cy="42195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F5424-2F87-49E3-B54F-A7D3ECF6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日落与夜景是创意光照选项。</a:t>
            </a:r>
          </a:p>
        </p:txBody>
      </p:sp>
    </p:spTree>
    <p:extLst>
      <p:ext uri="{BB962C8B-B14F-4D97-AF65-F5344CB8AC3E}">
        <p14:creationId xmlns:p14="http://schemas.microsoft.com/office/powerpoint/2010/main" val="1089693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C0FE7-7629-4CFE-B5D5-29EBECE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开发历程：四个逐步推进的阶段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11F09-82A0-4B06-9701-59B122B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DEDFA-4ED4-4188-92A3-497FE2F9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D0542-3287-4865-9C01-7B0B1FCE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01  数字纪念品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9B87-E388-41D1-B2EB-37BEAE3A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验证定制网格、导出和浏览器交付。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24F66-165D-414E-A5A4-1E44AB8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02  深度投影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FBAF-B92A-4CB6-8F68-462E531B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保留原视角外观，也暴露侧面拉伸。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682B1-65C0-4762-B96E-99A70EA6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03  风格化微缩场景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10395-0EFB-4F45-914D-3FE1CCF3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依据旅行片段生成纹理网格。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9CB8F-B1E0-40A5-990F-D104BB5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04  个人上传流程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C0900-6F70-4D98-9842-8C19F743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连接关注点、证据审核与确认后生成。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ae671db1e455c"/>
          <a:stretch xmlns:a="http://schemas.openxmlformats.org/drawingml/2006/main"/>
        </p:blipFill>
        <p:spPr>
          <a:xfrm xmlns:a="http://schemas.openxmlformats.org/drawingml/2006/main">
            <a:off x="8363290" y="1619250"/>
            <a:ext cx="2894920" cy="24098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4f520f9334531"/>
          <a:stretch xmlns:a="http://schemas.openxmlformats.org/drawingml/2006/main"/>
        </p:blipFill>
        <p:spPr>
          <a:xfrm xmlns:a="http://schemas.openxmlformats.org/drawingml/2006/main">
            <a:off x="8637907" y="4095750"/>
            <a:ext cx="2345686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90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A37F8-A860-4361-9C92-CA0E23F6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工作流程：确认之后，才开始生成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73E8D-2E51-4C3D-9C4B-57A0A40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557D-3035-46A5-9513-94F5920E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3829B-EC8E-4B7C-9A97-21F17B2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01  上传素材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13794-8A11-459B-91A7-B792E0FD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视频或照片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填写想保留的内容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A37CE-ADDB-44CC-8415-A55D8369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02  理解与选帧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0652A-5D6E-40DD-BF80-0DAE362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意图理解 + 证据选择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返回原图、时间戳与理由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73F2F-7507-4698-8EA2-38E1101E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716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03  用户确认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B212E-FAED-49AD-83E3-913BBCA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检查候选片段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明确保留哪些回忆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2BA26-E228-43E6-AF02-F216303B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04  图像风格化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52826-09EB-458F-B7BA-CEB09762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Qwen Image Edit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处理已确认的画面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3D781-7413-4EDF-83CA-63230924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05  三维网格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FE8C1-2B0F-4908-867E-A46ACF0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TRELLIS.2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生成带纹理的微缩模型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5BED-5F73-4BC3-9EE6-5380F93D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06  浏览器探索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72AA6-9E3C-4CA8-949E-5282952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旋转、缩放、光照</a:t>
            </a:r>
          </a:p>
          <a:p xmlns:a="http://schemas.openxmlformats.org/drawingml/2006/main">
            <a:pPr>
              <a:def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保留来源，下载 GLB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031B4-C878-4EF4-96A9-B6F185E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8764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127D1-EBF8-485D-A837-AF3AA469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764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16A51-3A9D-444C-A7D5-0A6D3B5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7667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1AA4C-0902-4425-9652-F4164EC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7667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73812-6164-4A33-8A2B-1334B29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步骤 03 确认后进入步骤 04；公开风景示例另有 Omniverse 场景组装。</a:t>
            </a:r>
          </a:p>
        </p:txBody>
      </p:sp>
    </p:spTree>
    <p:extLst>
      <p:ext uri="{BB962C8B-B14F-4D97-AF65-F5344CB8AC3E}">
        <p14:creationId xmlns:p14="http://schemas.microsoft.com/office/powerpoint/2010/main" val="249343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D64DA-5199-422C-87E7-3E0D6683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两项 Agent Skills：需求与证据可追溯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FAF11-B573-4D3B-9D4B-AA06F683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F87DB-00CD-4540-933D-EEEDD8EA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88D80-1452-464F-932A-087D4EA2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旅程意图理解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1F16D-7E82-45BE-A350-FBF6FFBF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181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保留旅行者的原话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提取人物、时刻和重要细节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区分素材事实与创意要求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700F8-6C12-4A3D-9C75-A1D79EF3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视频证据选择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1CA24-304A-43E6-8EF1-7EA3588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在整段视频中发现候选画面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检查相关性，减少重复视角</a:t>
            </a:r>
          </a:p>
          <a:p xmlns:a="http://schemas.openxmlformats.org/drawingml/2006/main">
            <a:pPr>
              <a:def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记录时间戳、理由与未解决问题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10a6ee8764ca3"/>
          <a:stretch xmlns:a="http://schemas.openxmlformats.org/drawingml/2006/main"/>
        </p:blipFill>
        <p:spPr>
          <a:xfrm xmlns:a="http://schemas.openxmlformats.org/drawingml/2006/main">
            <a:off x="609600" y="3975497"/>
            <a:ext cx="2476500" cy="1393031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61cf9c8b3424f"/>
          <a:stretch xmlns:a="http://schemas.openxmlformats.org/drawingml/2006/main"/>
        </p:blipFill>
        <p:spPr>
          <a:xfrm xmlns:a="http://schemas.openxmlformats.org/drawingml/2006/main">
            <a:off x="3286125" y="3975497"/>
            <a:ext cx="2476500" cy="139303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A6F71-151B-4E83-A5A3-99237189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67175"/>
            <a:ext cx="52197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技能提出建议。</a:t>
            </a:r>
          </a:p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人物身份无法核实时，保持未确定；</a:t>
            </a:r>
          </a:p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最终选择仍由用户作出。</a:t>
            </a:r>
          </a:p>
        </p:txBody>
      </p:sp>
    </p:spTree>
    <p:extLst>
      <p:ext uri="{BB962C8B-B14F-4D97-AF65-F5344CB8AC3E}">
        <p14:creationId xmlns:p14="http://schemas.microsoft.com/office/powerpoint/2010/main" val="1303343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48ABD-9FA9-4E37-B4AE-90980053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DGX Spark 与 Omniverse 的实际角色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03CC1-E844-477D-9043-3DCA40D3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441A1-FAF8-42CB-8775-FB0CE176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7022-DFDD-4F7F-9C61-236E738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DGX Spark：本地推理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0D1E2-F368-4564-95AD-19233C5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638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远程使用设备，模型在设备上运行。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Qwen3.6-27B 负责理解；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Qwen Image Edit 与 TRELLIS.2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负责风格化和纹理网格生成。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25A11-E00D-4C35-AE76-9016378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Omniverse：风景示例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2A47B-874B-4DA7-BEAF-0F9E967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USD 组装、动画与光照设置、RTX 预览。</a:t>
            </a:r>
          </a:p>
          <a:p xmlns:a="http://schemas.openxmlformats.org/drawingml/2006/main">
            <a:pPr>
              <a:def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个人上传模型不宣称已有此导出步骤。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fc4aade224530"/>
          <a:stretch xmlns:a="http://schemas.openxmlformats.org/drawingml/2006/main"/>
        </p:blipFill>
        <p:spPr>
          <a:xfrm xmlns:a="http://schemas.openxmlformats.org/drawingml/2006/main">
            <a:off x="6696075" y="1809750"/>
            <a:ext cx="4886325" cy="3257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607DD-C2E2-4E84-9888-2D6E0596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81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风景示例的实际渲染预览</a:t>
            </a:r>
          </a:p>
        </p:txBody>
      </p:sp>
    </p:spTree>
    <p:extLst>
      <p:ext uri="{BB962C8B-B14F-4D97-AF65-F5344CB8AC3E}">
        <p14:creationId xmlns:p14="http://schemas.microsoft.com/office/powerpoint/2010/main" val="426312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85306-7D11-4486-9B00-A7DAEA64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一次关键修正：把旅伴放回小船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5CADB-7725-4B35-8473-0F43D52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A55E9-92C6-4962-B49E-9368A59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08 / 10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8567791a9404b"/>
          <a:stretch xmlns:a="http://schemas.openxmlformats.org/drawingml/2006/main"/>
        </p:blipFill>
        <p:spPr>
          <a:xfrm xmlns:a="http://schemas.openxmlformats.org/drawingml/2006/main">
            <a:off x="690563" y="1428750"/>
            <a:ext cx="61722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656D-5E11-48EC-BDC1-C6265AD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00200"/>
            <a:ext cx="396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发现问题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E8805-C0AC-412C-9B02-2B1ABA6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812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小船生成了，</a:t>
            </a:r>
          </a:p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重要的旅伴却没有完整保留。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06329-B76F-4B05-9FB7-C637516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05200"/>
            <a:ext cx="396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回到素材核对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A41AD-5386-4010-8759-D449606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39909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将三位旅伴作为独立资产</a:t>
            </a:r>
          </a:p>
          <a:p xmlns:a="http://schemas.openxmlformats.org/drawingml/2006/main">
            <a:pPr>
              <a:def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补入整理示例，检查最终呈现。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E5BC5-C801-4A99-BC7A-948AB092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这次人工修正推动了需求与证据记录；它不代表通用自动修复已经实现。</a:t>
            </a:r>
          </a:p>
        </p:txBody>
      </p:sp>
    </p:spTree>
    <p:extLst>
      <p:ext uri="{BB962C8B-B14F-4D97-AF65-F5344CB8AC3E}">
        <p14:creationId xmlns:p14="http://schemas.microsoft.com/office/powerpoint/2010/main" val="607685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48FE7-5D56-441A-BBE4-BBBD265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实际结果：两段确认后的上传回忆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C838-4B66-4AB8-B9D5-A6759AF1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7E022-A525-4815-8104-83F7F593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09 / 10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6bf3c3a104f43"/>
          <a:stretch xmlns:a="http://schemas.openxmlformats.org/drawingml/2006/main"/>
        </p:blipFill>
        <p:spPr>
          <a:xfrm xmlns:a="http://schemas.openxmlformats.org/drawingml/2006/main">
            <a:off x="917257" y="1428750"/>
            <a:ext cx="4632960" cy="32575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0047f32df465f"/>
          <a:stretch xmlns:a="http://schemas.openxmlformats.org/drawingml/2006/main"/>
        </p:blipFill>
        <p:spPr>
          <a:xfrm xmlns:a="http://schemas.openxmlformats.org/drawingml/2006/main">
            <a:off x="6632258" y="1428750"/>
            <a:ext cx="463296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30E52-7863-4A5C-8EF0-D38849D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聚餐｜原始生成模型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AB405-2D3D-44FE-9A02-79A5C70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482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灯笼｜原始生成模型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B30F8-5E46-4E4C-AB17-A2ECB493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14 分 14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AB676-738D-4EDD-863E-A490DF82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38775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该次三维生成，含模型启动。</a:t>
            </a:r>
          </a:p>
          <a:p xmlns:a="http://schemas.openxmlformats.org/drawingml/2006/main">
            <a:pPr>
              <a:def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后续人物动画与灯笼摆动为人工整理的补充。</a:t>
            </a:r>
          </a:p>
        </p:txBody>
      </p:sp>
    </p:spTree>
    <p:extLst>
      <p:ext uri="{BB962C8B-B14F-4D97-AF65-F5344CB8AC3E}">
        <p14:creationId xmlns:p14="http://schemas.microsoft.com/office/powerpoint/2010/main" val="394204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877EB-3EF8-4168-BE75-8D972C1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收获与下一步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C721E-0EFA-424C-BDA6-09D8769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MY TRAVEL JOURNEY  /  参赛历程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D0B99-8738-4DBC-BF42-6F251C8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892A-D4A4-4423-BBCB-2203C65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让用户决定，保留哪些回忆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DC379-3697-4FF5-92C3-6EC19B4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回看依据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B9D3-F9FA-4B7A-B6BA-663B7FC1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38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保留原始画面、选择理由，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明确标注创作部分。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EC990-C5A1-4C16-B8FF-469CF6A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承认边界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7A8E1-CFC5-42F7-85F4-987D8D0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32575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隐藏表面依赖推断；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部分布局和动画需要人工。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E100D-225E-4773-8B3E-5C421AD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继续验证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E0EF-FEFE-4859-B877-598E49C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5625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扩大素材测试，完善</a:t>
            </a:r>
          </a:p>
          <a:p xmlns:a="http://schemas.openxmlformats.org/drawingml/2006/main">
            <a:pPr>
              <a:def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23B43"/>
                </a:solidFill>
                <a:latin typeface="Arial Unicode MS"/>
                <a:ea typeface="Arial Unicode MS"/>
                <a:cs typeface="Arial Unicode MS"/>
              </a:rPr>
              <a:t>一致性检查与有边界的修复。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5CB62-27EA-49F9-AF9C-B7C4078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1686B"/>
                </a:solidFill>
                <a:latin typeface="Arial Unicode MS"/>
                <a:ea typeface="Arial Unicode MS"/>
                <a:cs typeface="Arial Unicode MS"/>
              </a:rPr>
              <a:t>项目网站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DA15A-5A84-4387-BF15-C9B50636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79cab656f3840f4"/>
              </a:rPr>
              <a:t>https://dsgn2002.github.io/sai-kung-3d-viewer/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E5B74-78DA-4151-AECB-CBDBE8D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</a:rPr>
              <a:t>开源代码  </a:t>
            </a:r>
            <a:r>
              <a:rPr sz="1875" b="0">
                <a:solidFill>
                  <a:srgbClr val="207B7B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13fa92ce7544718"/>
              </a:rPr>
              <a:t>https://github.com/dsgn2002/MemGen</a:t>
            </a:r>
          </a:p>
        </p:txBody>
      </p:sp>
    </p:spTree>
    <p:extLst>
      <p:ext uri="{BB962C8B-B14F-4D97-AF65-F5344CB8AC3E}">
        <p14:creationId xmlns:p14="http://schemas.microsoft.com/office/powerpoint/2010/main" val="902975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2026-09-29T04:34:32.8960000Z</dcterms:created>
  <dcterms:modified xsi:type="dcterms:W3CDTF">2026-09-29T04:34:32.8960000Z</dcterms:modified>
</coreProperties>
</file>